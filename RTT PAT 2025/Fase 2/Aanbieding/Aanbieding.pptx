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21212"/>
                </a:solidFill>
              </a:defRPr>
            </a:pPr>
            <a:r>
              <a:rPr dirty="0"/>
              <a:t>E‑</a:t>
            </a:r>
            <a:r>
              <a:rPr dirty="0" err="1"/>
              <a:t>afvalbestuur</a:t>
            </a:r>
            <a:r>
              <a:rPr dirty="0"/>
              <a:t> – my pad </a:t>
            </a:r>
            <a:r>
              <a:rPr dirty="0" err="1"/>
              <a:t>na</a:t>
            </a:r>
            <a:r>
              <a:rPr dirty="0"/>
              <a:t> ’n </a:t>
            </a:r>
            <a:r>
              <a:rPr dirty="0" err="1"/>
              <a:t>groener</a:t>
            </a:r>
            <a:r>
              <a:rPr dirty="0"/>
              <a:t> </a:t>
            </a:r>
            <a:r>
              <a:rPr dirty="0" err="1"/>
              <a:t>digitale</a:t>
            </a:r>
            <a:r>
              <a:rPr dirty="0"/>
              <a:t> </a:t>
            </a:r>
            <a:r>
              <a:rPr dirty="0" err="1"/>
              <a:t>toekoms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Pieter‑Louis Schoeman | Potchefstroom </a:t>
            </a:r>
            <a:r>
              <a:rPr dirty="0" err="1"/>
              <a:t>Gimnasium</a:t>
            </a: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RTT PAT </a:t>
            </a:r>
            <a:r>
              <a:rPr dirty="0" err="1"/>
              <a:t>Graad</a:t>
            </a:r>
            <a:r>
              <a:rPr dirty="0"/>
              <a:t> 10 – Fase 2 (</a:t>
            </a:r>
            <a:r>
              <a:rPr dirty="0" err="1"/>
              <a:t>Aanbieding</a:t>
            </a:r>
            <a:r>
              <a:rPr dirty="0"/>
              <a:t>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 err="1"/>
              <a:t>Fokusvraag</a:t>
            </a:r>
            <a:r>
              <a:rPr dirty="0"/>
              <a:t>: Wat is die </a:t>
            </a:r>
            <a:r>
              <a:rPr dirty="0" err="1"/>
              <a:t>praktiese</a:t>
            </a:r>
            <a:r>
              <a:rPr dirty="0"/>
              <a:t> </a:t>
            </a:r>
            <a:r>
              <a:rPr dirty="0" err="1"/>
              <a:t>oplossings</a:t>
            </a:r>
            <a:r>
              <a:rPr dirty="0"/>
              <a:t> in e‑</a:t>
            </a:r>
            <a:r>
              <a:rPr dirty="0" err="1"/>
              <a:t>afvalbestuur</a:t>
            </a:r>
            <a:r>
              <a:rPr dirty="0"/>
              <a:t> om die </a:t>
            </a:r>
            <a:r>
              <a:rPr dirty="0" err="1"/>
              <a:t>omgewingsimpak</a:t>
            </a:r>
            <a:r>
              <a:rPr dirty="0"/>
              <a:t> van </a:t>
            </a:r>
            <a:r>
              <a:rPr dirty="0" err="1"/>
              <a:t>tegnologie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verminder</a:t>
            </a:r>
            <a:r>
              <a:rPr dirty="0"/>
              <a:t>?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Datum: 9 September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rPr dirty="0" err="1"/>
              <a:t>Inhoudsopgawe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1. </a:t>
            </a:r>
            <a:r>
              <a:rPr dirty="0" err="1"/>
              <a:t>Inleiding</a:t>
            </a:r>
            <a:endParaRPr dirty="0"/>
          </a:p>
          <a:p>
            <a:pPr>
              <a:defRPr sz="2400"/>
            </a:pPr>
            <a:r>
              <a:rPr dirty="0"/>
              <a:t>2. </a:t>
            </a:r>
            <a:r>
              <a:rPr dirty="0" err="1"/>
              <a:t>Omgewingsimpak</a:t>
            </a:r>
            <a:r>
              <a:rPr dirty="0"/>
              <a:t> van e‑</a:t>
            </a:r>
            <a:r>
              <a:rPr dirty="0" err="1"/>
              <a:t>afval</a:t>
            </a:r>
            <a:endParaRPr dirty="0"/>
          </a:p>
          <a:p>
            <a:pPr>
              <a:defRPr sz="2400"/>
            </a:pPr>
            <a:r>
              <a:rPr dirty="0"/>
              <a:t>3. </a:t>
            </a:r>
            <a:r>
              <a:rPr dirty="0" err="1"/>
              <a:t>Gesondheid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sosiale</a:t>
            </a:r>
            <a:r>
              <a:rPr dirty="0"/>
              <a:t> </a:t>
            </a:r>
            <a:r>
              <a:rPr dirty="0" err="1"/>
              <a:t>impak</a:t>
            </a:r>
            <a:endParaRPr dirty="0"/>
          </a:p>
          <a:p>
            <a:pPr>
              <a:defRPr sz="2400"/>
            </a:pPr>
            <a:r>
              <a:rPr dirty="0"/>
              <a:t>4. </a:t>
            </a:r>
            <a:r>
              <a:rPr dirty="0" err="1"/>
              <a:t>Praktiese</a:t>
            </a:r>
            <a:r>
              <a:rPr dirty="0"/>
              <a:t> </a:t>
            </a:r>
            <a:r>
              <a:rPr dirty="0" err="1"/>
              <a:t>oplossings</a:t>
            </a:r>
            <a:r>
              <a:rPr dirty="0"/>
              <a:t> wat </a:t>
            </a:r>
            <a:r>
              <a:rPr dirty="0" err="1"/>
              <a:t>werk</a:t>
            </a:r>
            <a:endParaRPr dirty="0"/>
          </a:p>
          <a:p>
            <a:pPr>
              <a:defRPr sz="2400"/>
            </a:pPr>
            <a:r>
              <a:rPr dirty="0"/>
              <a:t>5. </a:t>
            </a:r>
            <a:r>
              <a:rPr dirty="0" err="1"/>
              <a:t>Voordele</a:t>
            </a:r>
            <a:r>
              <a:rPr dirty="0"/>
              <a:t> &amp; </a:t>
            </a:r>
            <a:r>
              <a:rPr dirty="0" err="1"/>
              <a:t>hulpbron‑besparing</a:t>
            </a:r>
            <a:endParaRPr dirty="0"/>
          </a:p>
          <a:p>
            <a:pPr>
              <a:defRPr sz="2400"/>
            </a:pPr>
            <a:r>
              <a:rPr dirty="0"/>
              <a:t>6. </a:t>
            </a:r>
            <a:r>
              <a:rPr dirty="0" err="1"/>
              <a:t>Hindernisse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hoe </a:t>
            </a:r>
            <a:r>
              <a:rPr dirty="0" err="1"/>
              <a:t>ons</a:t>
            </a:r>
            <a:r>
              <a:rPr dirty="0"/>
              <a:t> </a:t>
            </a:r>
            <a:r>
              <a:rPr dirty="0" err="1"/>
              <a:t>dit</a:t>
            </a:r>
            <a:r>
              <a:rPr dirty="0"/>
              <a:t> </a:t>
            </a:r>
            <a:r>
              <a:rPr dirty="0" err="1"/>
              <a:t>oorkom</a:t>
            </a:r>
            <a:endParaRPr dirty="0"/>
          </a:p>
          <a:p>
            <a:pPr>
              <a:defRPr sz="2400"/>
            </a:pPr>
            <a:r>
              <a:rPr dirty="0"/>
              <a:t>7. </a:t>
            </a:r>
            <a:r>
              <a:rPr dirty="0" err="1"/>
              <a:t>Skool‑aksieplan</a:t>
            </a:r>
            <a:r>
              <a:rPr dirty="0"/>
              <a:t> (</a:t>
            </a:r>
            <a:r>
              <a:rPr dirty="0" err="1"/>
              <a:t>Potch</a:t>
            </a:r>
            <a:r>
              <a:rPr dirty="0"/>
              <a:t> Gim)</a:t>
            </a:r>
          </a:p>
          <a:p>
            <a:pPr>
              <a:defRPr sz="2400"/>
            </a:pPr>
            <a:r>
              <a:rPr dirty="0"/>
              <a:t>8. </a:t>
            </a:r>
            <a:r>
              <a:rPr dirty="0" err="1"/>
              <a:t>Gevolgtrekking</a:t>
            </a:r>
            <a:endParaRPr dirty="0"/>
          </a:p>
          <a:p>
            <a:pPr>
              <a:defRPr sz="2400"/>
            </a:pPr>
            <a:r>
              <a:rPr dirty="0"/>
              <a:t>9. </a:t>
            </a:r>
            <a:r>
              <a:rPr dirty="0" err="1"/>
              <a:t>Verwysings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1212"/>
                </a:solidFill>
              </a:defRPr>
            </a:pPr>
            <a:r>
              <a:rPr dirty="0" err="1"/>
              <a:t>Inleiding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132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rPr dirty="0"/>
              <a:t>Ek het e‑</a:t>
            </a:r>
            <a:r>
              <a:rPr dirty="0" err="1"/>
              <a:t>afvalbestuur</a:t>
            </a:r>
            <a:r>
              <a:rPr dirty="0"/>
              <a:t> </a:t>
            </a:r>
            <a:r>
              <a:rPr dirty="0" err="1"/>
              <a:t>gekies</a:t>
            </a:r>
            <a:r>
              <a:rPr dirty="0"/>
              <a:t> </a:t>
            </a:r>
            <a:r>
              <a:rPr dirty="0" err="1"/>
              <a:t>omdat</a:t>
            </a:r>
            <a:r>
              <a:rPr dirty="0"/>
              <a:t> die volume </a:t>
            </a:r>
            <a:r>
              <a:rPr dirty="0" err="1"/>
              <a:t>elektroniese</a:t>
            </a:r>
            <a:r>
              <a:rPr dirty="0"/>
              <a:t> </a:t>
            </a:r>
            <a:r>
              <a:rPr dirty="0" err="1"/>
              <a:t>afval</a:t>
            </a:r>
            <a:r>
              <a:rPr dirty="0"/>
              <a:t> </a:t>
            </a:r>
            <a:r>
              <a:rPr dirty="0" err="1"/>
              <a:t>jaarliks</a:t>
            </a:r>
            <a:r>
              <a:rPr dirty="0"/>
              <a:t> </a:t>
            </a:r>
            <a:r>
              <a:rPr dirty="0" err="1"/>
              <a:t>toeneem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ons</a:t>
            </a:r>
            <a:r>
              <a:rPr dirty="0"/>
              <a:t> </a:t>
            </a:r>
            <a:r>
              <a:rPr dirty="0" err="1"/>
              <a:t>gemeenskappe</a:t>
            </a:r>
            <a:r>
              <a:rPr dirty="0"/>
              <a:t>, water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grond</a:t>
            </a:r>
            <a:r>
              <a:rPr dirty="0"/>
              <a:t> </a:t>
            </a:r>
            <a:r>
              <a:rPr dirty="0" err="1"/>
              <a:t>bedreig</a:t>
            </a:r>
            <a:r>
              <a:rPr dirty="0"/>
              <a:t>. My </a:t>
            </a:r>
            <a:r>
              <a:rPr dirty="0" err="1"/>
              <a:t>doel</a:t>
            </a:r>
            <a:r>
              <a:rPr dirty="0"/>
              <a:t> was om </a:t>
            </a:r>
            <a:r>
              <a:rPr dirty="0" err="1"/>
              <a:t>praktiese</a:t>
            </a:r>
            <a:r>
              <a:rPr dirty="0"/>
              <a:t>, </a:t>
            </a:r>
            <a:r>
              <a:rPr dirty="0" err="1"/>
              <a:t>uitvoerbare</a:t>
            </a:r>
            <a:r>
              <a:rPr dirty="0"/>
              <a:t> </a:t>
            </a:r>
            <a:r>
              <a:rPr dirty="0" err="1"/>
              <a:t>oplossings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vind</a:t>
            </a:r>
            <a:r>
              <a:rPr dirty="0"/>
              <a:t> wat </a:t>
            </a:r>
            <a:r>
              <a:rPr dirty="0" err="1"/>
              <a:t>skole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individue</a:t>
            </a:r>
            <a:r>
              <a:rPr dirty="0"/>
              <a:t> NOU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toepas</a:t>
            </a:r>
            <a:r>
              <a:rPr dirty="0"/>
              <a:t>. Ek het </a:t>
            </a:r>
            <a:r>
              <a:rPr dirty="0" err="1"/>
              <a:t>betroubare</a:t>
            </a:r>
            <a:r>
              <a:rPr dirty="0"/>
              <a:t> </a:t>
            </a:r>
            <a:r>
              <a:rPr dirty="0" err="1"/>
              <a:t>bronne</a:t>
            </a:r>
            <a:r>
              <a:rPr dirty="0"/>
              <a:t> </a:t>
            </a:r>
            <a:r>
              <a:rPr dirty="0" err="1"/>
              <a:t>gebruik</a:t>
            </a:r>
            <a:r>
              <a:rPr dirty="0"/>
              <a:t> (</a:t>
            </a:r>
            <a:r>
              <a:rPr dirty="0" err="1"/>
              <a:t>o.a.</a:t>
            </a:r>
            <a:r>
              <a:rPr dirty="0"/>
              <a:t> UN Global E‑waste Monitor, WHO, WEEE Forum) </a:t>
            </a:r>
            <a:r>
              <a:rPr dirty="0" err="1"/>
              <a:t>en</a:t>
            </a:r>
            <a:r>
              <a:rPr dirty="0"/>
              <a:t> my </a:t>
            </a:r>
            <a:r>
              <a:rPr dirty="0" err="1"/>
              <a:t>bevindings</a:t>
            </a:r>
            <a:r>
              <a:rPr dirty="0"/>
              <a:t> </a:t>
            </a:r>
            <a:r>
              <a:rPr dirty="0" err="1"/>
              <a:t>opgesom</a:t>
            </a:r>
            <a:r>
              <a:rPr dirty="0"/>
              <a:t> </a:t>
            </a:r>
            <a:r>
              <a:rPr dirty="0" err="1"/>
              <a:t>vir</a:t>
            </a:r>
            <a:r>
              <a:rPr dirty="0"/>
              <a:t> ’n </a:t>
            </a:r>
            <a:r>
              <a:rPr dirty="0" err="1"/>
              <a:t>duidelike</a:t>
            </a:r>
            <a:r>
              <a:rPr dirty="0"/>
              <a:t>, </a:t>
            </a:r>
            <a:r>
              <a:rPr dirty="0" err="1"/>
              <a:t>aksie‑gerigte</a:t>
            </a:r>
            <a:r>
              <a:rPr dirty="0"/>
              <a:t> plan. </a:t>
            </a:r>
            <a:r>
              <a:rPr dirty="0" err="1"/>
              <a:t>Hieronder</a:t>
            </a:r>
            <a:r>
              <a:rPr dirty="0"/>
              <a:t> </a:t>
            </a:r>
            <a:r>
              <a:rPr dirty="0" err="1"/>
              <a:t>deel</a:t>
            </a:r>
            <a:r>
              <a:rPr dirty="0"/>
              <a:t> ek my </a:t>
            </a:r>
            <a:r>
              <a:rPr dirty="0" err="1"/>
              <a:t>kerninsigte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die plan </a:t>
            </a:r>
            <a:r>
              <a:rPr dirty="0" err="1"/>
              <a:t>vir</a:t>
            </a:r>
            <a:r>
              <a:rPr dirty="0"/>
              <a:t> </a:t>
            </a:r>
            <a:r>
              <a:rPr dirty="0" err="1"/>
              <a:t>ons</a:t>
            </a:r>
            <a:r>
              <a:rPr dirty="0"/>
              <a:t> </a:t>
            </a:r>
            <a:r>
              <a:rPr dirty="0" err="1"/>
              <a:t>skool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21212"/>
                </a:solidFill>
              </a:defRPr>
            </a:pPr>
            <a:r>
              <a:rPr dirty="0" err="1"/>
              <a:t>Omgewingsimpak</a:t>
            </a:r>
            <a:r>
              <a:rPr dirty="0"/>
              <a:t> van e‑</a:t>
            </a:r>
            <a:r>
              <a:rPr dirty="0" err="1"/>
              <a:t>afval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222222"/>
                </a:solidFill>
              </a:defRPr>
            </a:pPr>
            <a:r>
              <a:rPr dirty="0"/>
              <a:t>E‑</a:t>
            </a:r>
            <a:r>
              <a:rPr dirty="0" err="1"/>
              <a:t>afval</a:t>
            </a:r>
            <a:r>
              <a:rPr dirty="0"/>
              <a:t> het ’n </a:t>
            </a:r>
            <a:r>
              <a:rPr dirty="0" err="1"/>
              <a:t>rekord</a:t>
            </a:r>
            <a:r>
              <a:rPr dirty="0"/>
              <a:t> ±62 </a:t>
            </a:r>
            <a:r>
              <a:rPr dirty="0" err="1"/>
              <a:t>miljoen</a:t>
            </a:r>
            <a:r>
              <a:rPr dirty="0"/>
              <a:t> ton in 2023 </a:t>
            </a:r>
            <a:r>
              <a:rPr dirty="0" err="1"/>
              <a:t>bereik</a:t>
            </a:r>
            <a:r>
              <a:rPr dirty="0"/>
              <a:t>; </a:t>
            </a:r>
            <a:r>
              <a:rPr dirty="0" err="1"/>
              <a:t>groei</a:t>
            </a:r>
            <a:r>
              <a:rPr dirty="0"/>
              <a:t> </a:t>
            </a:r>
            <a:r>
              <a:rPr dirty="0" err="1"/>
              <a:t>hou</a:t>
            </a:r>
            <a:r>
              <a:rPr dirty="0"/>
              <a:t> </a:t>
            </a:r>
            <a:r>
              <a:rPr dirty="0" err="1"/>
              <a:t>aan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Swaarmetale</a:t>
            </a:r>
            <a:r>
              <a:rPr dirty="0"/>
              <a:t> (</a:t>
            </a:r>
            <a:r>
              <a:rPr dirty="0" err="1"/>
              <a:t>lood</a:t>
            </a:r>
            <a:r>
              <a:rPr dirty="0"/>
              <a:t>, </a:t>
            </a:r>
            <a:r>
              <a:rPr dirty="0" err="1"/>
              <a:t>kwik</a:t>
            </a:r>
            <a:r>
              <a:rPr dirty="0"/>
              <a:t>, </a:t>
            </a:r>
            <a:r>
              <a:rPr dirty="0" err="1"/>
              <a:t>kadmium</a:t>
            </a:r>
            <a:r>
              <a:rPr dirty="0"/>
              <a:t>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vlamvertragers</a:t>
            </a:r>
            <a:r>
              <a:rPr dirty="0"/>
              <a:t> lek in </a:t>
            </a:r>
            <a:r>
              <a:rPr dirty="0" err="1"/>
              <a:t>grond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water.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Onbehoorlike</a:t>
            </a:r>
            <a:r>
              <a:rPr dirty="0"/>
              <a:t> </a:t>
            </a:r>
            <a:r>
              <a:rPr dirty="0" err="1"/>
              <a:t>verbranding</a:t>
            </a:r>
            <a:r>
              <a:rPr dirty="0"/>
              <a:t> </a:t>
            </a:r>
            <a:r>
              <a:rPr dirty="0" err="1"/>
              <a:t>laat</a:t>
            </a:r>
            <a:r>
              <a:rPr dirty="0"/>
              <a:t> </a:t>
            </a:r>
            <a:r>
              <a:rPr dirty="0" err="1"/>
              <a:t>giftige</a:t>
            </a:r>
            <a:r>
              <a:rPr dirty="0"/>
              <a:t> </a:t>
            </a:r>
            <a:r>
              <a:rPr dirty="0" err="1"/>
              <a:t>dampe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mikroplastiek</a:t>
            </a:r>
            <a:r>
              <a:rPr dirty="0"/>
              <a:t> </a:t>
            </a:r>
            <a:r>
              <a:rPr dirty="0" err="1"/>
              <a:t>vry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Vervaardiging</a:t>
            </a:r>
            <a:r>
              <a:rPr dirty="0"/>
              <a:t> </a:t>
            </a:r>
            <a:r>
              <a:rPr dirty="0" err="1"/>
              <a:t>gebruik</a:t>
            </a:r>
            <a:r>
              <a:rPr dirty="0"/>
              <a:t> </a:t>
            </a:r>
            <a:r>
              <a:rPr dirty="0" err="1"/>
              <a:t>baie</a:t>
            </a:r>
            <a:r>
              <a:rPr dirty="0"/>
              <a:t> </a:t>
            </a:r>
            <a:r>
              <a:rPr dirty="0" err="1"/>
              <a:t>energie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water; </a:t>
            </a:r>
            <a:r>
              <a:rPr dirty="0" err="1"/>
              <a:t>verhoog</a:t>
            </a:r>
            <a:r>
              <a:rPr dirty="0"/>
              <a:t> </a:t>
            </a:r>
            <a:r>
              <a:rPr dirty="0" err="1"/>
              <a:t>koolstofvoetspoor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21212"/>
                </a:solidFill>
              </a:defRPr>
            </a:pPr>
            <a:r>
              <a:t>Gesondheid en sosiale impak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Informele</a:t>
            </a:r>
            <a:r>
              <a:rPr dirty="0"/>
              <a:t> </a:t>
            </a:r>
            <a:r>
              <a:rPr dirty="0" err="1"/>
              <a:t>herwinning</a:t>
            </a:r>
            <a:r>
              <a:rPr dirty="0"/>
              <a:t> sonder </a:t>
            </a:r>
            <a:r>
              <a:rPr dirty="0" err="1"/>
              <a:t>beskerming</a:t>
            </a:r>
            <a:r>
              <a:rPr dirty="0"/>
              <a:t> lei tot </a:t>
            </a:r>
            <a:r>
              <a:rPr dirty="0" err="1"/>
              <a:t>respiratoriese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neurologiese</a:t>
            </a:r>
            <a:r>
              <a:rPr dirty="0"/>
              <a:t> </a:t>
            </a:r>
            <a:r>
              <a:rPr dirty="0" err="1"/>
              <a:t>siektes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Gemeenskappe</a:t>
            </a:r>
            <a:r>
              <a:rPr dirty="0"/>
              <a:t> </a:t>
            </a:r>
            <a:r>
              <a:rPr dirty="0" err="1"/>
              <a:t>naby</a:t>
            </a:r>
            <a:r>
              <a:rPr dirty="0"/>
              <a:t> </a:t>
            </a:r>
            <a:r>
              <a:rPr dirty="0" err="1"/>
              <a:t>stortingsterreine</a:t>
            </a:r>
            <a:r>
              <a:rPr dirty="0"/>
              <a:t> word </a:t>
            </a:r>
            <a:r>
              <a:rPr dirty="0" err="1"/>
              <a:t>onevenredig</a:t>
            </a:r>
            <a:r>
              <a:rPr dirty="0"/>
              <a:t> </a:t>
            </a:r>
            <a:r>
              <a:rPr dirty="0" err="1"/>
              <a:t>geraak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/>
              <a:t>Die </a:t>
            </a:r>
            <a:r>
              <a:rPr dirty="0" err="1"/>
              <a:t>probleem</a:t>
            </a:r>
            <a:r>
              <a:rPr dirty="0"/>
              <a:t> is </a:t>
            </a:r>
            <a:r>
              <a:rPr dirty="0" err="1"/>
              <a:t>groter</a:t>
            </a:r>
            <a:r>
              <a:rPr dirty="0"/>
              <a:t> in </a:t>
            </a:r>
            <a:r>
              <a:rPr dirty="0" err="1"/>
              <a:t>ontwikkelende</a:t>
            </a:r>
            <a:r>
              <a:rPr dirty="0"/>
              <a:t> </a:t>
            </a:r>
            <a:r>
              <a:rPr dirty="0" err="1"/>
              <a:t>lande</a:t>
            </a:r>
            <a:r>
              <a:rPr dirty="0"/>
              <a:t> met </a:t>
            </a:r>
            <a:r>
              <a:rPr dirty="0" err="1"/>
              <a:t>swak</a:t>
            </a:r>
            <a:r>
              <a:rPr dirty="0"/>
              <a:t> </a:t>
            </a:r>
            <a:r>
              <a:rPr dirty="0" err="1"/>
              <a:t>regulering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21212"/>
                </a:solidFill>
              </a:defRPr>
            </a:pPr>
            <a:r>
              <a:rPr dirty="0" err="1"/>
              <a:t>Praktiese</a:t>
            </a:r>
            <a:r>
              <a:rPr dirty="0"/>
              <a:t> </a:t>
            </a:r>
            <a:r>
              <a:rPr dirty="0" err="1"/>
              <a:t>oplossings</a:t>
            </a:r>
            <a:r>
              <a:rPr dirty="0"/>
              <a:t> wat </a:t>
            </a:r>
            <a:r>
              <a:rPr dirty="0" err="1"/>
              <a:t>werk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Herwinning</a:t>
            </a:r>
            <a:r>
              <a:rPr dirty="0"/>
              <a:t> &amp; </a:t>
            </a:r>
            <a:r>
              <a:rPr dirty="0" err="1"/>
              <a:t>terugwinning</a:t>
            </a:r>
            <a:r>
              <a:rPr dirty="0"/>
              <a:t> van </a:t>
            </a:r>
            <a:r>
              <a:rPr dirty="0" err="1"/>
              <a:t>metale</a:t>
            </a:r>
            <a:r>
              <a:rPr dirty="0"/>
              <a:t> (</a:t>
            </a:r>
            <a:r>
              <a:rPr dirty="0" err="1"/>
              <a:t>goud</a:t>
            </a:r>
            <a:r>
              <a:rPr dirty="0"/>
              <a:t>, </a:t>
            </a:r>
            <a:r>
              <a:rPr dirty="0" err="1"/>
              <a:t>silwer</a:t>
            </a:r>
            <a:r>
              <a:rPr dirty="0"/>
              <a:t>, </a:t>
            </a:r>
            <a:r>
              <a:rPr dirty="0" err="1"/>
              <a:t>koper</a:t>
            </a:r>
            <a:r>
              <a:rPr dirty="0"/>
              <a:t>).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Verleng</a:t>
            </a:r>
            <a:r>
              <a:rPr dirty="0"/>
              <a:t> </a:t>
            </a:r>
            <a:r>
              <a:rPr dirty="0" err="1"/>
              <a:t>lewensduur</a:t>
            </a:r>
            <a:r>
              <a:rPr dirty="0"/>
              <a:t>: </a:t>
            </a:r>
            <a:r>
              <a:rPr dirty="0" err="1"/>
              <a:t>herstel</a:t>
            </a:r>
            <a:r>
              <a:rPr dirty="0"/>
              <a:t>, </a:t>
            </a:r>
            <a:r>
              <a:rPr dirty="0" err="1"/>
              <a:t>opgraderings</a:t>
            </a:r>
            <a:r>
              <a:rPr dirty="0"/>
              <a:t>, </a:t>
            </a:r>
            <a:r>
              <a:rPr dirty="0" err="1"/>
              <a:t>sagteware‑ondersteuning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/>
              <a:t>Eko‑</a:t>
            </a:r>
            <a:r>
              <a:rPr dirty="0" err="1"/>
              <a:t>ontwerp</a:t>
            </a:r>
            <a:r>
              <a:rPr dirty="0"/>
              <a:t>: </a:t>
            </a:r>
            <a:r>
              <a:rPr dirty="0" err="1"/>
              <a:t>maklik</a:t>
            </a:r>
            <a:r>
              <a:rPr dirty="0"/>
              <a:t> </a:t>
            </a:r>
            <a:r>
              <a:rPr dirty="0" err="1"/>
              <a:t>herwinbare</a:t>
            </a:r>
            <a:r>
              <a:rPr dirty="0"/>
              <a:t> </a:t>
            </a:r>
            <a:r>
              <a:rPr dirty="0" err="1"/>
              <a:t>materiale</a:t>
            </a:r>
            <a:r>
              <a:rPr dirty="0"/>
              <a:t> (</a:t>
            </a:r>
            <a:r>
              <a:rPr dirty="0" err="1"/>
              <a:t>aluminium</a:t>
            </a:r>
            <a:r>
              <a:rPr dirty="0"/>
              <a:t>, </a:t>
            </a:r>
            <a:r>
              <a:rPr dirty="0" err="1"/>
              <a:t>bioplastiek</a:t>
            </a:r>
            <a:r>
              <a:rPr dirty="0"/>
              <a:t>).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Verbruiker‑gedrag</a:t>
            </a:r>
            <a:r>
              <a:rPr dirty="0"/>
              <a:t>: </a:t>
            </a:r>
            <a:r>
              <a:rPr dirty="0" err="1"/>
              <a:t>aparte</a:t>
            </a:r>
            <a:r>
              <a:rPr dirty="0"/>
              <a:t> </a:t>
            </a:r>
            <a:r>
              <a:rPr dirty="0" err="1"/>
              <a:t>versamelpunte</a:t>
            </a:r>
            <a:r>
              <a:rPr dirty="0"/>
              <a:t> </a:t>
            </a:r>
            <a:r>
              <a:rPr dirty="0" err="1"/>
              <a:t>vir</a:t>
            </a:r>
            <a:r>
              <a:rPr dirty="0"/>
              <a:t> </a:t>
            </a:r>
            <a:r>
              <a:rPr dirty="0" err="1"/>
              <a:t>batterye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selfone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21212"/>
                </a:solidFill>
              </a:defRPr>
            </a:pPr>
            <a:r>
              <a:rPr dirty="0" err="1"/>
              <a:t>Voordele</a:t>
            </a:r>
            <a:r>
              <a:rPr dirty="0"/>
              <a:t> &amp; </a:t>
            </a:r>
            <a:r>
              <a:rPr dirty="0" err="1"/>
              <a:t>hulpbron‑besparing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222222"/>
                </a:solidFill>
              </a:defRPr>
            </a:pPr>
            <a:r>
              <a:rPr dirty="0"/>
              <a:t>Laer </a:t>
            </a:r>
            <a:r>
              <a:rPr dirty="0" err="1"/>
              <a:t>energie</a:t>
            </a:r>
            <a:r>
              <a:rPr dirty="0"/>
              <a:t>‑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afvalkoste</a:t>
            </a:r>
            <a:r>
              <a:rPr dirty="0"/>
              <a:t>; </a:t>
            </a:r>
            <a:r>
              <a:rPr dirty="0" err="1"/>
              <a:t>beter</a:t>
            </a:r>
            <a:r>
              <a:rPr dirty="0"/>
              <a:t> </a:t>
            </a:r>
            <a:r>
              <a:rPr dirty="0" err="1"/>
              <a:t>handelsmerk‑reputasie</a:t>
            </a:r>
            <a:r>
              <a:rPr dirty="0"/>
              <a:t> </a:t>
            </a:r>
            <a:r>
              <a:rPr dirty="0" err="1"/>
              <a:t>vir</a:t>
            </a:r>
            <a:r>
              <a:rPr dirty="0"/>
              <a:t> </a:t>
            </a:r>
            <a:r>
              <a:rPr dirty="0" err="1"/>
              <a:t>organisasies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/>
              <a:t>1 </a:t>
            </a:r>
            <a:r>
              <a:rPr dirty="0" err="1"/>
              <a:t>miljoen</a:t>
            </a:r>
            <a:r>
              <a:rPr dirty="0"/>
              <a:t> </a:t>
            </a:r>
            <a:r>
              <a:rPr dirty="0" err="1"/>
              <a:t>selfone</a:t>
            </a:r>
            <a:r>
              <a:rPr dirty="0"/>
              <a:t> </a:t>
            </a:r>
            <a:r>
              <a:rPr dirty="0" err="1"/>
              <a:t>kan</a:t>
            </a:r>
            <a:r>
              <a:rPr dirty="0"/>
              <a:t> ±35 kg </a:t>
            </a:r>
            <a:r>
              <a:rPr dirty="0" err="1"/>
              <a:t>goud</a:t>
            </a:r>
            <a:r>
              <a:rPr dirty="0"/>
              <a:t> </a:t>
            </a:r>
            <a:r>
              <a:rPr dirty="0" err="1"/>
              <a:t>teruggee</a:t>
            </a:r>
            <a:r>
              <a:rPr dirty="0"/>
              <a:t> – </a:t>
            </a:r>
            <a:r>
              <a:rPr dirty="0" err="1"/>
              <a:t>groot</a:t>
            </a:r>
            <a:r>
              <a:rPr dirty="0"/>
              <a:t> </a:t>
            </a:r>
            <a:r>
              <a:rPr dirty="0" err="1"/>
              <a:t>ekonomiese</a:t>
            </a:r>
            <a:r>
              <a:rPr dirty="0"/>
              <a:t> wins.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Herwinning</a:t>
            </a:r>
            <a:r>
              <a:rPr dirty="0"/>
              <a:t> </a:t>
            </a:r>
            <a:r>
              <a:rPr dirty="0" err="1"/>
              <a:t>verlaag</a:t>
            </a:r>
            <a:r>
              <a:rPr dirty="0"/>
              <a:t> </a:t>
            </a:r>
            <a:r>
              <a:rPr dirty="0" err="1"/>
              <a:t>druk</a:t>
            </a:r>
            <a:r>
              <a:rPr dirty="0"/>
              <a:t> op </a:t>
            </a:r>
            <a:r>
              <a:rPr dirty="0" err="1"/>
              <a:t>mynbou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beskerm</a:t>
            </a:r>
            <a:r>
              <a:rPr dirty="0"/>
              <a:t> </a:t>
            </a:r>
            <a:r>
              <a:rPr dirty="0" err="1"/>
              <a:t>ekosisteme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21212"/>
                </a:solidFill>
              </a:defRPr>
            </a:pPr>
            <a:r>
              <a:rPr dirty="0" err="1"/>
              <a:t>Hindernisse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hoe </a:t>
            </a:r>
            <a:r>
              <a:rPr dirty="0" err="1"/>
              <a:t>ons</a:t>
            </a:r>
            <a:r>
              <a:rPr dirty="0"/>
              <a:t> </a:t>
            </a:r>
            <a:r>
              <a:rPr dirty="0" err="1"/>
              <a:t>dit</a:t>
            </a:r>
            <a:r>
              <a:rPr dirty="0"/>
              <a:t> </a:t>
            </a:r>
            <a:r>
              <a:rPr dirty="0" err="1"/>
              <a:t>oorkom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Hoë</a:t>
            </a:r>
            <a:r>
              <a:rPr dirty="0"/>
              <a:t> </a:t>
            </a:r>
            <a:r>
              <a:rPr dirty="0" err="1"/>
              <a:t>aanvangskoste</a:t>
            </a:r>
            <a:r>
              <a:rPr dirty="0"/>
              <a:t> → </a:t>
            </a:r>
            <a:r>
              <a:rPr dirty="0" err="1"/>
              <a:t>vennootskappe</a:t>
            </a:r>
            <a:r>
              <a:rPr dirty="0"/>
              <a:t> met </a:t>
            </a:r>
            <a:r>
              <a:rPr dirty="0" err="1"/>
              <a:t>gesertifiseerde</a:t>
            </a:r>
            <a:r>
              <a:rPr dirty="0"/>
              <a:t> </a:t>
            </a:r>
            <a:r>
              <a:rPr dirty="0" err="1"/>
              <a:t>herwinnaars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Gebrek</a:t>
            </a:r>
            <a:r>
              <a:rPr dirty="0"/>
              <a:t> </a:t>
            </a:r>
            <a:r>
              <a:rPr dirty="0" err="1"/>
              <a:t>aan</a:t>
            </a:r>
            <a:r>
              <a:rPr dirty="0"/>
              <a:t> </a:t>
            </a:r>
            <a:r>
              <a:rPr dirty="0" err="1"/>
              <a:t>reëls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handhawing</a:t>
            </a:r>
            <a:r>
              <a:rPr dirty="0"/>
              <a:t> → </a:t>
            </a:r>
            <a:r>
              <a:rPr dirty="0" err="1"/>
              <a:t>skool</a:t>
            </a:r>
            <a:r>
              <a:rPr dirty="0"/>
              <a:t>‑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munisipale</a:t>
            </a:r>
            <a:r>
              <a:rPr dirty="0"/>
              <a:t> </a:t>
            </a:r>
            <a:r>
              <a:rPr dirty="0" err="1"/>
              <a:t>beleid</a:t>
            </a:r>
            <a:r>
              <a:rPr dirty="0"/>
              <a:t>/</a:t>
            </a:r>
            <a:r>
              <a:rPr dirty="0" err="1"/>
              <a:t>kontrakte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Onbewustheid</a:t>
            </a:r>
            <a:r>
              <a:rPr dirty="0"/>
              <a:t> → </a:t>
            </a:r>
            <a:r>
              <a:rPr dirty="0" err="1"/>
              <a:t>gefokusde</a:t>
            </a:r>
            <a:r>
              <a:rPr dirty="0"/>
              <a:t> </a:t>
            </a:r>
            <a:r>
              <a:rPr dirty="0" err="1"/>
              <a:t>veldtogte</a:t>
            </a:r>
            <a:r>
              <a:rPr dirty="0"/>
              <a:t>, QR‑</a:t>
            </a:r>
            <a:r>
              <a:rPr dirty="0" err="1"/>
              <a:t>inligting</a:t>
            </a:r>
            <a:r>
              <a:rPr dirty="0"/>
              <a:t> by </a:t>
            </a:r>
            <a:r>
              <a:rPr dirty="0" err="1"/>
              <a:t>versamelpunte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>
                <a:solidFill>
                  <a:srgbClr val="121212"/>
                </a:solidFill>
              </a:defRPr>
            </a:pPr>
            <a:r>
              <a:rPr dirty="0" err="1"/>
              <a:t>Skool‑aksieplan</a:t>
            </a:r>
            <a:r>
              <a:rPr dirty="0"/>
              <a:t> (Potchefstroom </a:t>
            </a:r>
            <a:r>
              <a:rPr dirty="0" err="1"/>
              <a:t>Gimnasium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222222"/>
                </a:solidFill>
              </a:defRPr>
            </a:pPr>
            <a:r>
              <a:rPr dirty="0"/>
              <a:t>Plaas </a:t>
            </a:r>
            <a:r>
              <a:rPr dirty="0" err="1"/>
              <a:t>drie</a:t>
            </a:r>
            <a:r>
              <a:rPr dirty="0"/>
              <a:t> </a:t>
            </a:r>
            <a:r>
              <a:rPr dirty="0" err="1"/>
              <a:t>versamelpunte</a:t>
            </a:r>
            <a:r>
              <a:rPr dirty="0"/>
              <a:t> (</a:t>
            </a:r>
            <a:r>
              <a:rPr dirty="0" err="1"/>
              <a:t>kantoor</a:t>
            </a:r>
            <a:r>
              <a:rPr dirty="0"/>
              <a:t>, media‑</a:t>
            </a:r>
            <a:r>
              <a:rPr dirty="0" err="1"/>
              <a:t>sentrum</a:t>
            </a:r>
            <a:r>
              <a:rPr dirty="0"/>
              <a:t>, </a:t>
            </a:r>
            <a:r>
              <a:rPr dirty="0" err="1"/>
              <a:t>tegnologieblok</a:t>
            </a:r>
            <a:r>
              <a:rPr dirty="0"/>
              <a:t>).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Maandelikse</a:t>
            </a:r>
            <a:r>
              <a:rPr dirty="0"/>
              <a:t> battery‑</a:t>
            </a:r>
            <a:r>
              <a:rPr dirty="0" err="1"/>
              <a:t>insameling</a:t>
            </a:r>
            <a:r>
              <a:rPr dirty="0"/>
              <a:t>; </a:t>
            </a:r>
            <a:r>
              <a:rPr dirty="0" err="1"/>
              <a:t>kwartaal‑kompetisie</a:t>
            </a:r>
            <a:r>
              <a:rPr dirty="0"/>
              <a:t> per </a:t>
            </a:r>
            <a:r>
              <a:rPr dirty="0" err="1"/>
              <a:t>graad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Herstel‑Saterdag</a:t>
            </a:r>
            <a:r>
              <a:rPr dirty="0"/>
              <a:t>: Maak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toestelle</a:t>
            </a:r>
            <a:r>
              <a:rPr dirty="0"/>
              <a:t> reg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skenk</a:t>
            </a:r>
            <a:r>
              <a:rPr dirty="0"/>
              <a:t> </a:t>
            </a:r>
            <a:r>
              <a:rPr dirty="0" err="1"/>
              <a:t>verantwoordelik</a:t>
            </a:r>
            <a:r>
              <a:rPr dirty="0"/>
              <a:t>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rPr dirty="0" err="1"/>
              <a:t>Publiseer</a:t>
            </a:r>
            <a:r>
              <a:rPr dirty="0"/>
              <a:t> </a:t>
            </a:r>
            <a:r>
              <a:rPr dirty="0" err="1"/>
              <a:t>riglyne</a:t>
            </a:r>
            <a:r>
              <a:rPr dirty="0"/>
              <a:t> &amp; video (Hoe om e‑</a:t>
            </a:r>
            <a:r>
              <a:rPr dirty="0" err="1"/>
              <a:t>afval</a:t>
            </a:r>
            <a:r>
              <a:rPr dirty="0"/>
              <a:t> reg </a:t>
            </a:r>
            <a:r>
              <a:rPr dirty="0" err="1"/>
              <a:t>weg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gooi</a:t>
            </a:r>
            <a:r>
              <a:rPr dirty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1212"/>
                </a:solidFill>
              </a:defRPr>
            </a:pPr>
            <a:r>
              <a:rPr dirty="0" err="1"/>
              <a:t>Gevolgtrekking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1323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rPr dirty="0"/>
              <a:t>E‑</a:t>
            </a:r>
            <a:r>
              <a:rPr dirty="0" err="1"/>
              <a:t>afvalbestuur</a:t>
            </a:r>
            <a:r>
              <a:rPr dirty="0"/>
              <a:t> </a:t>
            </a:r>
            <a:r>
              <a:rPr dirty="0" err="1"/>
              <a:t>werk</a:t>
            </a:r>
            <a:r>
              <a:rPr dirty="0"/>
              <a:t> </a:t>
            </a:r>
            <a:r>
              <a:rPr dirty="0" err="1"/>
              <a:t>wanneer</a:t>
            </a:r>
            <a:r>
              <a:rPr dirty="0"/>
              <a:t> </a:t>
            </a:r>
            <a:r>
              <a:rPr dirty="0" err="1"/>
              <a:t>ons</a:t>
            </a:r>
            <a:r>
              <a:rPr dirty="0"/>
              <a:t> </a:t>
            </a:r>
            <a:r>
              <a:rPr dirty="0" err="1"/>
              <a:t>drie</a:t>
            </a:r>
            <a:r>
              <a:rPr dirty="0"/>
              <a:t> dinge </a:t>
            </a:r>
            <a:r>
              <a:rPr dirty="0" err="1"/>
              <a:t>kombineer</a:t>
            </a:r>
            <a:r>
              <a:rPr dirty="0"/>
              <a:t>:</a:t>
            </a:r>
            <a:endParaRPr lang="en-US" dirty="0"/>
          </a:p>
          <a:p>
            <a:pPr>
              <a:defRPr sz="2200">
                <a:solidFill>
                  <a:srgbClr val="222222"/>
                </a:solidFill>
              </a:defRPr>
            </a:pPr>
            <a:endParaRPr lang="en-US" dirty="0"/>
          </a:p>
          <a:p>
            <a:pPr>
              <a:defRPr sz="2200">
                <a:solidFill>
                  <a:srgbClr val="222222"/>
                </a:solidFill>
              </a:defRPr>
            </a:pPr>
            <a:r>
              <a:rPr dirty="0"/>
              <a:t>(1) </a:t>
            </a:r>
            <a:r>
              <a:rPr dirty="0" err="1"/>
              <a:t>korrekte</a:t>
            </a:r>
            <a:r>
              <a:rPr dirty="0"/>
              <a:t> </a:t>
            </a:r>
            <a:r>
              <a:rPr dirty="0" err="1"/>
              <a:t>wegdoening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herwinning</a:t>
            </a:r>
            <a:r>
              <a:rPr dirty="0"/>
              <a:t>, </a:t>
            </a:r>
            <a:endParaRPr lang="en-US" dirty="0"/>
          </a:p>
          <a:p>
            <a:pPr>
              <a:defRPr sz="2200">
                <a:solidFill>
                  <a:srgbClr val="222222"/>
                </a:solidFill>
              </a:defRPr>
            </a:pPr>
            <a:r>
              <a:rPr dirty="0"/>
              <a:t>(2) </a:t>
            </a:r>
            <a:r>
              <a:rPr dirty="0" err="1"/>
              <a:t>verlengde</a:t>
            </a:r>
            <a:r>
              <a:rPr dirty="0"/>
              <a:t> </a:t>
            </a:r>
            <a:r>
              <a:rPr dirty="0" err="1"/>
              <a:t>gebruik</a:t>
            </a:r>
            <a:r>
              <a:rPr dirty="0"/>
              <a:t> van </a:t>
            </a:r>
            <a:r>
              <a:rPr dirty="0" err="1"/>
              <a:t>toestelle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endParaRPr lang="en-US" dirty="0"/>
          </a:p>
          <a:p>
            <a:pPr>
              <a:defRPr sz="2200">
                <a:solidFill>
                  <a:srgbClr val="222222"/>
                </a:solidFill>
              </a:defRPr>
            </a:pPr>
            <a:r>
              <a:rPr dirty="0"/>
              <a:t>(3) </a:t>
            </a:r>
            <a:r>
              <a:rPr dirty="0" err="1"/>
              <a:t>volgehoue</a:t>
            </a:r>
            <a:r>
              <a:rPr dirty="0"/>
              <a:t> </a:t>
            </a:r>
            <a:r>
              <a:rPr dirty="0" err="1"/>
              <a:t>bewusmaking</a:t>
            </a:r>
            <a:r>
              <a:rPr dirty="0"/>
              <a:t>.</a:t>
            </a:r>
            <a:endParaRPr lang="en-US" dirty="0"/>
          </a:p>
          <a:p>
            <a:pPr>
              <a:defRPr sz="2200">
                <a:solidFill>
                  <a:srgbClr val="222222"/>
                </a:solidFill>
              </a:defRPr>
            </a:pPr>
            <a:r>
              <a:rPr dirty="0"/>
              <a:t> </a:t>
            </a:r>
            <a:endParaRPr lang="en-US" dirty="0"/>
          </a:p>
          <a:p>
            <a:pPr>
              <a:defRPr sz="2200">
                <a:solidFill>
                  <a:srgbClr val="222222"/>
                </a:solidFill>
              </a:defRPr>
            </a:pPr>
            <a:r>
              <a:rPr dirty="0"/>
              <a:t>Met ’n </a:t>
            </a:r>
            <a:r>
              <a:rPr dirty="0" err="1"/>
              <a:t>eenvoudige</a:t>
            </a:r>
            <a:r>
              <a:rPr dirty="0"/>
              <a:t>, </a:t>
            </a:r>
            <a:r>
              <a:rPr dirty="0" err="1"/>
              <a:t>konsekwente</a:t>
            </a:r>
            <a:r>
              <a:rPr dirty="0"/>
              <a:t> </a:t>
            </a:r>
            <a:r>
              <a:rPr dirty="0" err="1"/>
              <a:t>skool‑aksieplan</a:t>
            </a:r>
            <a:r>
              <a:rPr dirty="0"/>
              <a:t>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ons</a:t>
            </a:r>
            <a:r>
              <a:rPr dirty="0"/>
              <a:t> </a:t>
            </a:r>
            <a:r>
              <a:rPr dirty="0" err="1"/>
              <a:t>onmiddellike</a:t>
            </a:r>
            <a:r>
              <a:rPr dirty="0"/>
              <a:t> </a:t>
            </a:r>
            <a:r>
              <a:rPr dirty="0" err="1"/>
              <a:t>impak</a:t>
            </a:r>
            <a:r>
              <a:rPr dirty="0"/>
              <a:t> </a:t>
            </a:r>
            <a:r>
              <a:rPr dirty="0" err="1"/>
              <a:t>maak</a:t>
            </a:r>
            <a:r>
              <a:rPr dirty="0"/>
              <a:t> – minder </a:t>
            </a:r>
            <a:r>
              <a:rPr dirty="0" err="1"/>
              <a:t>afval</a:t>
            </a:r>
            <a:r>
              <a:rPr dirty="0"/>
              <a:t>, </a:t>
            </a:r>
            <a:r>
              <a:rPr dirty="0" err="1"/>
              <a:t>meer</a:t>
            </a:r>
            <a:r>
              <a:rPr dirty="0"/>
              <a:t> </a:t>
            </a:r>
            <a:r>
              <a:rPr dirty="0" err="1"/>
              <a:t>hergebruik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veiliger</a:t>
            </a:r>
            <a:r>
              <a:rPr dirty="0"/>
              <a:t> </a:t>
            </a:r>
            <a:r>
              <a:rPr dirty="0" err="1"/>
              <a:t>gemeenskappe</a:t>
            </a:r>
            <a:r>
              <a:rPr dirty="0"/>
              <a:t>. Ek is </a:t>
            </a:r>
            <a:r>
              <a:rPr dirty="0" err="1"/>
              <a:t>gereed</a:t>
            </a:r>
            <a:r>
              <a:rPr dirty="0"/>
              <a:t> om </a:t>
            </a:r>
            <a:r>
              <a:rPr dirty="0" err="1"/>
              <a:t>dit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help </a:t>
            </a:r>
            <a:r>
              <a:rPr dirty="0" err="1"/>
              <a:t>implementeer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1212"/>
                </a:solidFill>
              </a:defRPr>
            </a:pPr>
            <a:r>
              <a:rPr dirty="0" err="1"/>
              <a:t>Verwysings</a:t>
            </a:r>
            <a:r>
              <a:rPr dirty="0"/>
              <a:t> (</a:t>
            </a:r>
            <a:r>
              <a:rPr dirty="0" err="1"/>
              <a:t>erkennings</a:t>
            </a:r>
            <a:r>
              <a:rPr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rPr dirty="0"/>
              <a:t>UN Global E‑waste Monitor 2024: https://ewastemonitor.info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rPr dirty="0"/>
              <a:t>WHO – Toxic impacts of e‑waste: https://www.who.int/news-room/fact-sheets/detail/e-waste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rPr dirty="0"/>
              <a:t>WEEE Forum – E‑waste &amp; circular economy: https://weee-forum.org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rPr dirty="0"/>
              <a:t>Basel Convention video – E‑waste: https://www.youtube.com/watch?v=E-Xa-NjMjaw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rPr dirty="0"/>
              <a:t>ITU video – Recycling challenges: https://www.youtube.com/watch?v=tvL4hQEJD-I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rPr dirty="0" err="1"/>
              <a:t>Netsurit</a:t>
            </a:r>
            <a:r>
              <a:rPr dirty="0"/>
              <a:t> – Green computing practices: https://www.netsurit.com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648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E‑afvalbestuur – my pad na ’n groener digitale toekoms</vt:lpstr>
      <vt:lpstr>Inhoudsopgawe</vt:lpstr>
      <vt:lpstr>Inleiding</vt:lpstr>
      <vt:lpstr>Omgewingsimpak van e‑afval</vt:lpstr>
      <vt:lpstr>Gesondheid en sosiale impak</vt:lpstr>
      <vt:lpstr>Praktiese oplossings wat werk</vt:lpstr>
      <vt:lpstr>Voordele &amp; hulpbron‑besparing</vt:lpstr>
      <vt:lpstr>Hindernisse en hoe ons dit oorkom</vt:lpstr>
      <vt:lpstr>Skool‑aksieplan (Potchefstroom Gimnasium)</vt:lpstr>
      <vt:lpstr>Gevolgtrekking</vt:lpstr>
      <vt:lpstr>Verwysings (erkennings)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RTT PAT Fase 2 – E‑afvalbestuur</dc:title>
  <dc:subject>Groen Rekenarisering – E‑afvalbestuur</dc:subject>
  <dc:creator>Pieter‑Louis Schoeman</dc:creator>
  <cp:keywords/>
  <dc:description>generated using python-pptx</dc:description>
  <cp:lastModifiedBy>251 Schoeman P</cp:lastModifiedBy>
  <cp:revision>5</cp:revision>
  <dcterms:created xsi:type="dcterms:W3CDTF">2013-01-27T09:14:16Z</dcterms:created>
  <dcterms:modified xsi:type="dcterms:W3CDTF">2025-09-11T06:03:15Z</dcterms:modified>
  <cp:category/>
</cp:coreProperties>
</file>